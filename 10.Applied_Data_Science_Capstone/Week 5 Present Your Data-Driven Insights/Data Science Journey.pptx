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ityanarke5-create/IBMDS/tree/main/10.Applied_Data_Science_Capston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professional-certificates/ibm-data-science?&amp;instructo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216148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Aditya Narke I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https://github.com/adityanarke5-create/IBMDS/tree/main/10.Applied_Data_Science_Capstone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30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/08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\3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/202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6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635" y="5215508"/>
            <a:ext cx="2988945" cy="6547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IN" sz="1500" u="sng" spc="-10" dirty="0">
                <a:solidFill>
                  <a:schemeClr val="bg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6591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u="sng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lang="en-IN"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3627147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30026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3437608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270112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7620">
              <a:lnSpc>
                <a:spcPct val="150100"/>
              </a:lnSpc>
              <a:spcBef>
                <a:spcPts val="300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3735382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1557020">
              <a:lnSpc>
                <a:spcPct val="150000"/>
              </a:lnSpc>
              <a:spcBef>
                <a:spcPts val="95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18729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Carlito"/>
                <a:cs typeface="Carlito"/>
              </a:rPr>
              <a:t>https://github.com/adityanarke5-create/IBMDS/tree/main/10.Applied_Data_Science_Capstone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820918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u="heavy" spc="-1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rlito"/>
                <a:cs typeface="Carlito"/>
              </a:rPr>
              <a:t>https://github.com/adityanarke5-create/IBMDS/tree/main/10.Applied_Data_Science_Capstone</a:t>
            </a: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2854</Words>
  <Application>Microsoft Office PowerPoint</Application>
  <PresentationFormat>Widescreen</PresentationFormat>
  <Paragraphs>287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Aditya Narke</cp:lastModifiedBy>
  <cp:revision>2</cp:revision>
  <dcterms:created xsi:type="dcterms:W3CDTF">2021-08-26T16:53:12Z</dcterms:created>
  <dcterms:modified xsi:type="dcterms:W3CDTF">2026-03-30T13:31:25Z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